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4" r:id="rId4"/>
    <p:sldId id="258" r:id="rId5"/>
    <p:sldId id="278" r:id="rId6"/>
    <p:sldId id="277" r:id="rId7"/>
    <p:sldId id="263" r:id="rId8"/>
    <p:sldId id="279" r:id="rId9"/>
    <p:sldId id="262" r:id="rId10"/>
    <p:sldId id="280" r:id="rId11"/>
    <p:sldId id="281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753C3B-B486-4ED3-B698-FB69E70C7F80}">
          <p14:sldIdLst>
            <p14:sldId id="256"/>
            <p14:sldId id="257"/>
            <p14:sldId id="274"/>
            <p14:sldId id="258"/>
            <p14:sldId id="278"/>
            <p14:sldId id="277"/>
            <p14:sldId id="263"/>
            <p14:sldId id="279"/>
            <p14:sldId id="262"/>
            <p14:sldId id="280"/>
            <p14:sldId id="28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C0CA2-6AC4-45DC-8737-7CBBB044F868}" v="867" dt="2026-04-22T05:02:24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100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ueller" userId="d515bc1c-d783-431c-8287-708b3c7904f2" providerId="ADAL" clId="{42C36F8D-624B-4CD4-BA26-B263C0E5D259}"/>
    <pc:docChg chg="undo custSel addSld delSld modSld sldOrd modSection">
      <pc:chgData name="Nathan Mueller" userId="d515bc1c-d783-431c-8287-708b3c7904f2" providerId="ADAL" clId="{42C36F8D-624B-4CD4-BA26-B263C0E5D259}" dt="2026-04-23T02:00:39.051" v="5128" actId="20577"/>
      <pc:docMkLst>
        <pc:docMk/>
      </pc:docMkLst>
      <pc:sldChg chg="modSp mod">
        <pc:chgData name="Nathan Mueller" userId="d515bc1c-d783-431c-8287-708b3c7904f2" providerId="ADAL" clId="{42C36F8D-624B-4CD4-BA26-B263C0E5D259}" dt="2026-04-20T23:46:02.063" v="1447" actId="20577"/>
        <pc:sldMkLst>
          <pc:docMk/>
          <pc:sldMk cId="0" sldId="256"/>
        </pc:sldMkLst>
        <pc:spChg chg="mod">
          <ac:chgData name="Nathan Mueller" userId="d515bc1c-d783-431c-8287-708b3c7904f2" providerId="ADAL" clId="{42C36F8D-624B-4CD4-BA26-B263C0E5D259}" dt="2026-04-20T23:46:02.063" v="1447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Nathan Mueller" userId="d515bc1c-d783-431c-8287-708b3c7904f2" providerId="ADAL" clId="{42C36F8D-624B-4CD4-BA26-B263C0E5D259}" dt="2026-04-23T01:26:25.348" v="4473" actId="20577"/>
        <pc:sldMkLst>
          <pc:docMk/>
          <pc:sldMk cId="0" sldId="257"/>
        </pc:sldMkLst>
        <pc:spChg chg="mod">
          <ac:chgData name="Nathan Mueller" userId="d515bc1c-d783-431c-8287-708b3c7904f2" providerId="ADAL" clId="{42C36F8D-624B-4CD4-BA26-B263C0E5D259}" dt="2026-04-23T01:26:14.115" v="4471" actId="313"/>
          <ac:spMkLst>
            <pc:docMk/>
            <pc:sldMk cId="0" sldId="257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26:19.435" v="4472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26:25.348" v="4473" actId="20577"/>
          <ac:spMkLst>
            <pc:docMk/>
            <pc:sldMk cId="0" sldId="257"/>
            <ac:spMk id="17" creationId="{00000000-0000-0000-0000-000000000000}"/>
          </ac:spMkLst>
        </pc:spChg>
      </pc:sldChg>
      <pc:sldChg chg="delSp modSp mod">
        <pc:chgData name="Nathan Mueller" userId="d515bc1c-d783-431c-8287-708b3c7904f2" providerId="ADAL" clId="{42C36F8D-624B-4CD4-BA26-B263C0E5D259}" dt="2026-04-23T01:41:59.056" v="4968" actId="1076"/>
        <pc:sldMkLst>
          <pc:docMk/>
          <pc:sldMk cId="0" sldId="258"/>
        </pc:sldMkLst>
        <pc:spChg chg="mod">
          <ac:chgData name="Nathan Mueller" userId="d515bc1c-d783-431c-8287-708b3c7904f2" providerId="ADAL" clId="{42C36F8D-624B-4CD4-BA26-B263C0E5D259}" dt="2026-04-23T01:41:48.212" v="4966" actId="1076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than Mueller" userId="d515bc1c-d783-431c-8287-708b3c7904f2" providerId="ADAL" clId="{42C36F8D-624B-4CD4-BA26-B263C0E5D259}" dt="2026-04-23T01:40:59.326" v="4943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Nathan Mueller" userId="d515bc1c-d783-431c-8287-708b3c7904f2" providerId="ADAL" clId="{42C36F8D-624B-4CD4-BA26-B263C0E5D259}" dt="2026-04-23T01:41:03.701" v="4944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than Mueller" userId="d515bc1c-d783-431c-8287-708b3c7904f2" providerId="ADAL" clId="{42C36F8D-624B-4CD4-BA26-B263C0E5D259}" dt="2026-04-23T01:40:41.762" v="4942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0:12.029" v="4918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1:07.850" v="494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1:18.687" v="494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1:10.540" v="4946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1:59.056" v="496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1:13.167" v="494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41:54.230" v="4967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12:49.279" v="2769" actId="20577"/>
          <ac:spMkLst>
            <pc:docMk/>
            <pc:sldMk cId="0" sldId="258"/>
            <ac:spMk id="21" creationId="{00000000-0000-0000-0000-000000000000}"/>
          </ac:spMkLst>
        </pc:spChg>
        <pc:picChg chg="mod">
          <ac:chgData name="Nathan Mueller" userId="d515bc1c-d783-431c-8287-708b3c7904f2" providerId="ADAL" clId="{42C36F8D-624B-4CD4-BA26-B263C0E5D259}" dt="2026-04-21T20:13:04.211" v="2774" actId="14100"/>
          <ac:picMkLst>
            <pc:docMk/>
            <pc:sldMk cId="0" sldId="258"/>
            <ac:picMk id="30" creationId="{5E57498B-B1C3-46B8-B772-6EEB240AB255}"/>
          </ac:picMkLst>
        </pc:picChg>
      </pc:sldChg>
      <pc:sldChg chg="modSp add del mod setBg">
        <pc:chgData name="Nathan Mueller" userId="d515bc1c-d783-431c-8287-708b3c7904f2" providerId="ADAL" clId="{42C36F8D-624B-4CD4-BA26-B263C0E5D259}" dt="2026-04-23T01:28:40.907" v="4490" actId="2696"/>
        <pc:sldMkLst>
          <pc:docMk/>
          <pc:sldMk cId="0" sldId="261"/>
        </pc:sldMkLst>
        <pc:picChg chg="mod">
          <ac:chgData name="Nathan Mueller" userId="d515bc1c-d783-431c-8287-708b3c7904f2" providerId="ADAL" clId="{42C36F8D-624B-4CD4-BA26-B263C0E5D259}" dt="2026-04-22T05:13:58.437" v="4291" actId="14100"/>
          <ac:picMkLst>
            <pc:docMk/>
            <pc:sldMk cId="0" sldId="261"/>
            <ac:picMk id="6" creationId="{00000000-0000-0000-0000-000000000000}"/>
          </ac:picMkLst>
        </pc:picChg>
      </pc:sldChg>
      <pc:sldChg chg="addSp delSp modSp mod ord">
        <pc:chgData name="Nathan Mueller" userId="d515bc1c-d783-431c-8287-708b3c7904f2" providerId="ADAL" clId="{42C36F8D-624B-4CD4-BA26-B263C0E5D259}" dt="2026-04-23T00:01:30.687" v="4396"/>
        <pc:sldMkLst>
          <pc:docMk/>
          <pc:sldMk cId="0" sldId="262"/>
        </pc:sldMkLst>
        <pc:spChg chg="mod">
          <ac:chgData name="Nathan Mueller" userId="d515bc1c-d783-431c-8287-708b3c7904f2" providerId="ADAL" clId="{42C36F8D-624B-4CD4-BA26-B263C0E5D259}" dt="2026-04-22T01:51:30.041" v="2828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1:51:50.860" v="2829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2:07:16.845" v="3102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1:51:55.913" v="2830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1:52:07.368" v="283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1:57:12.546" v="2981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0T23:39:22.242" v="1178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1:57:32.819" v="2982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00:38:43.909" v="1625" actId="20577"/>
          <ac:spMkLst>
            <pc:docMk/>
            <pc:sldMk cId="0" sldId="262"/>
            <ac:spMk id="17" creationId="{00000000-0000-0000-0000-000000000000}"/>
          </ac:spMkLst>
        </pc:spChg>
        <pc:spChg chg="add mod">
          <ac:chgData name="Nathan Mueller" userId="d515bc1c-d783-431c-8287-708b3c7904f2" providerId="ADAL" clId="{42C36F8D-624B-4CD4-BA26-B263C0E5D259}" dt="2026-04-22T02:09:44.667" v="3223" actId="20577"/>
          <ac:spMkLst>
            <pc:docMk/>
            <pc:sldMk cId="0" sldId="262"/>
            <ac:spMk id="18" creationId="{A8130E20-CFBD-857A-496B-22640158FD68}"/>
          </ac:spMkLst>
        </pc:spChg>
        <pc:graphicFrameChg chg="mod">
          <ac:chgData name="Nathan Mueller" userId="d515bc1c-d783-431c-8287-708b3c7904f2" providerId="ADAL" clId="{42C36F8D-624B-4CD4-BA26-B263C0E5D259}" dt="2026-04-22T02:01:29.594" v="3023" actId="20577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addSp delSp modSp add mod ord setBg">
        <pc:chgData name="Nathan Mueller" userId="d515bc1c-d783-431c-8287-708b3c7904f2" providerId="ADAL" clId="{42C36F8D-624B-4CD4-BA26-B263C0E5D259}" dt="2026-04-23T01:59:27.148" v="5057" actId="1076"/>
        <pc:sldMkLst>
          <pc:docMk/>
          <pc:sldMk cId="0" sldId="263"/>
        </pc:sldMkLst>
        <pc:spChg chg="mod">
          <ac:chgData name="Nathan Mueller" userId="d515bc1c-d783-431c-8287-708b3c7904f2" providerId="ADAL" clId="{42C36F8D-624B-4CD4-BA26-B263C0E5D259}" dt="2026-04-22T02:19:55.340" v="3261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2:20:00.128" v="3262" actId="14100"/>
          <ac:spMkLst>
            <pc:docMk/>
            <pc:sldMk cId="0" sldId="263"/>
            <ac:spMk id="3" creationId="{00000000-0000-0000-0000-000000000000}"/>
          </ac:spMkLst>
        </pc:spChg>
        <pc:graphicFrameChg chg="add del mod">
          <ac:chgData name="Nathan Mueller" userId="d515bc1c-d783-431c-8287-708b3c7904f2" providerId="ADAL" clId="{42C36F8D-624B-4CD4-BA26-B263C0E5D259}" dt="2026-04-22T02:18:35.883" v="3256" actId="478"/>
          <ac:graphicFrameMkLst>
            <pc:docMk/>
            <pc:sldMk cId="0" sldId="263"/>
            <ac:graphicFrameMk id="10" creationId="{4183A0BE-0FE1-89A2-B61A-F21332E1E4AC}"/>
          </ac:graphicFrameMkLst>
        </pc:graphicFrameChg>
        <pc:picChg chg="add del mod">
          <ac:chgData name="Nathan Mueller" userId="d515bc1c-d783-431c-8287-708b3c7904f2" providerId="ADAL" clId="{42C36F8D-624B-4CD4-BA26-B263C0E5D259}" dt="2026-04-22T20:40:54.635" v="4381" actId="478"/>
          <ac:picMkLst>
            <pc:docMk/>
            <pc:sldMk cId="0" sldId="263"/>
            <ac:picMk id="6" creationId="{00000000-0000-0000-0000-000000000000}"/>
          </ac:picMkLst>
        </pc:picChg>
        <pc:picChg chg="add del mod">
          <ac:chgData name="Nathan Mueller" userId="d515bc1c-d783-431c-8287-708b3c7904f2" providerId="ADAL" clId="{42C36F8D-624B-4CD4-BA26-B263C0E5D259}" dt="2026-04-22T21:02:54.378" v="4390" actId="478"/>
          <ac:picMkLst>
            <pc:docMk/>
            <pc:sldMk cId="0" sldId="263"/>
            <ac:picMk id="9" creationId="{C3738C75-D256-5F79-D251-920E8DB9F880}"/>
          </ac:picMkLst>
        </pc:picChg>
        <pc:picChg chg="add mod">
          <ac:chgData name="Nathan Mueller" userId="d515bc1c-d783-431c-8287-708b3c7904f2" providerId="ADAL" clId="{42C36F8D-624B-4CD4-BA26-B263C0E5D259}" dt="2026-04-23T01:59:21.039" v="5055" actId="1076"/>
          <ac:picMkLst>
            <pc:docMk/>
            <pc:sldMk cId="0" sldId="263"/>
            <ac:picMk id="11" creationId="{5065544D-33E6-5CE4-7064-5CA7DF344BB1}"/>
          </ac:picMkLst>
        </pc:picChg>
        <pc:picChg chg="add mod">
          <ac:chgData name="Nathan Mueller" userId="d515bc1c-d783-431c-8287-708b3c7904f2" providerId="ADAL" clId="{42C36F8D-624B-4CD4-BA26-B263C0E5D259}" dt="2026-04-23T01:59:27.148" v="5057" actId="1076"/>
          <ac:picMkLst>
            <pc:docMk/>
            <pc:sldMk cId="0" sldId="263"/>
            <ac:picMk id="13" creationId="{11E7405E-0407-AB9B-4483-B525D2E35640}"/>
          </ac:picMkLst>
        </pc:picChg>
      </pc:sldChg>
      <pc:sldChg chg="delSp modSp mod">
        <pc:chgData name="Nathan Mueller" userId="d515bc1c-d783-431c-8287-708b3c7904f2" providerId="ADAL" clId="{42C36F8D-624B-4CD4-BA26-B263C0E5D259}" dt="2026-04-23T01:36:42.867" v="4917" actId="33524"/>
        <pc:sldMkLst>
          <pc:docMk/>
          <pc:sldMk cId="4120357436" sldId="270"/>
        </pc:sldMkLst>
        <pc:spChg chg="mod">
          <ac:chgData name="Nathan Mueller" userId="d515bc1c-d783-431c-8287-708b3c7904f2" providerId="ADAL" clId="{42C36F8D-624B-4CD4-BA26-B263C0E5D259}" dt="2026-04-21T20:09:29.087" v="2713" actId="20577"/>
          <ac:spMkLst>
            <pc:docMk/>
            <pc:sldMk cId="4120357436" sldId="270"/>
            <ac:spMk id="4" creationId="{59B231BA-2BA5-F979-F035-3EDC976C7052}"/>
          </ac:spMkLst>
        </pc:spChg>
        <pc:spChg chg="del">
          <ac:chgData name="Nathan Mueller" userId="d515bc1c-d783-431c-8287-708b3c7904f2" providerId="ADAL" clId="{42C36F8D-624B-4CD4-BA26-B263C0E5D259}" dt="2026-04-22T05:05:16.804" v="4212" actId="478"/>
          <ac:spMkLst>
            <pc:docMk/>
            <pc:sldMk cId="4120357436" sldId="270"/>
            <ac:spMk id="13" creationId="{790E614E-10AC-76DE-9EFC-37B00DE36DDA}"/>
          </ac:spMkLst>
        </pc:spChg>
        <pc:spChg chg="mod">
          <ac:chgData name="Nathan Mueller" userId="d515bc1c-d783-431c-8287-708b3c7904f2" providerId="ADAL" clId="{42C36F8D-624B-4CD4-BA26-B263C0E5D259}" dt="2026-04-22T05:05:14.660" v="4211" actId="20577"/>
          <ac:spMkLst>
            <pc:docMk/>
            <pc:sldMk cId="4120357436" sldId="270"/>
            <ac:spMk id="14" creationId="{D2863E31-5432-5430-89D3-0ED40B592575}"/>
          </ac:spMkLst>
        </pc:spChg>
        <pc:spChg chg="del">
          <ac:chgData name="Nathan Mueller" userId="d515bc1c-d783-431c-8287-708b3c7904f2" providerId="ADAL" clId="{42C36F8D-624B-4CD4-BA26-B263C0E5D259}" dt="2026-04-22T05:05:25.131" v="4214" actId="478"/>
          <ac:spMkLst>
            <pc:docMk/>
            <pc:sldMk cId="4120357436" sldId="270"/>
            <ac:spMk id="15" creationId="{D8634C65-CB1F-6CAC-75A0-6E78470135FD}"/>
          </ac:spMkLst>
        </pc:spChg>
        <pc:spChg chg="mod">
          <ac:chgData name="Nathan Mueller" userId="d515bc1c-d783-431c-8287-708b3c7904f2" providerId="ADAL" clId="{42C36F8D-624B-4CD4-BA26-B263C0E5D259}" dt="2026-04-22T05:05:22.514" v="4213" actId="20577"/>
          <ac:spMkLst>
            <pc:docMk/>
            <pc:sldMk cId="4120357436" sldId="270"/>
            <ac:spMk id="16" creationId="{69175894-9DB1-87BE-2B7C-73BF0D989CAC}"/>
          </ac:spMkLst>
        </pc:spChg>
        <pc:spChg chg="mod">
          <ac:chgData name="Nathan Mueller" userId="d515bc1c-d783-431c-8287-708b3c7904f2" providerId="ADAL" clId="{42C36F8D-624B-4CD4-BA26-B263C0E5D259}" dt="2026-04-23T01:36:42.867" v="4917" actId="33524"/>
          <ac:spMkLst>
            <pc:docMk/>
            <pc:sldMk cId="4120357436" sldId="270"/>
            <ac:spMk id="19" creationId="{CA4599F9-18F2-F261-56F9-C91FCA59387B}"/>
          </ac:spMkLst>
        </pc:spChg>
        <pc:spChg chg="mod">
          <ac:chgData name="Nathan Mueller" userId="d515bc1c-d783-431c-8287-708b3c7904f2" providerId="ADAL" clId="{42C36F8D-624B-4CD4-BA26-B263C0E5D259}" dt="2026-04-22T05:05:48.099" v="4217" actId="1076"/>
          <ac:spMkLst>
            <pc:docMk/>
            <pc:sldMk cId="4120357436" sldId="270"/>
            <ac:spMk id="22" creationId="{05316C4E-7F77-E7A8-3453-47A1CDBE1999}"/>
          </ac:spMkLst>
        </pc:spChg>
        <pc:spChg chg="mod">
          <ac:chgData name="Nathan Mueller" userId="d515bc1c-d783-431c-8287-708b3c7904f2" providerId="ADAL" clId="{42C36F8D-624B-4CD4-BA26-B263C0E5D259}" dt="2026-04-22T05:05:42.653" v="4216" actId="1076"/>
          <ac:spMkLst>
            <pc:docMk/>
            <pc:sldMk cId="4120357436" sldId="270"/>
            <ac:spMk id="23" creationId="{9A6074B2-5FBC-13CD-1BBE-F5B2F7DC2CE6}"/>
          </ac:spMkLst>
        </pc:spChg>
        <pc:spChg chg="del">
          <ac:chgData name="Nathan Mueller" userId="d515bc1c-d783-431c-8287-708b3c7904f2" providerId="ADAL" clId="{42C36F8D-624B-4CD4-BA26-B263C0E5D259}" dt="2026-04-22T05:05:59.240" v="4218" actId="478"/>
          <ac:spMkLst>
            <pc:docMk/>
            <pc:sldMk cId="4120357436" sldId="270"/>
            <ac:spMk id="28" creationId="{675B7835-1CE5-6887-397A-5144D58F48A0}"/>
          </ac:spMkLst>
        </pc:spChg>
        <pc:spChg chg="del mod">
          <ac:chgData name="Nathan Mueller" userId="d515bc1c-d783-431c-8287-708b3c7904f2" providerId="ADAL" clId="{42C36F8D-624B-4CD4-BA26-B263C0E5D259}" dt="2026-04-22T05:06:04.488" v="4219" actId="478"/>
          <ac:spMkLst>
            <pc:docMk/>
            <pc:sldMk cId="4120357436" sldId="270"/>
            <ac:spMk id="29" creationId="{2196536C-3FAD-D554-971F-8E9F5840F7EC}"/>
          </ac:spMkLst>
        </pc:spChg>
      </pc:sldChg>
      <pc:sldChg chg="delSp modSp add mod ord setBg">
        <pc:chgData name="Nathan Mueller" userId="d515bc1c-d783-431c-8287-708b3c7904f2" providerId="ADAL" clId="{42C36F8D-624B-4CD4-BA26-B263C0E5D259}" dt="2026-04-23T01:57:15.985" v="4969" actId="20577"/>
        <pc:sldMkLst>
          <pc:docMk/>
          <pc:sldMk cId="0" sldId="274"/>
        </pc:sldMkLst>
        <pc:spChg chg="mod">
          <ac:chgData name="Nathan Mueller" userId="d515bc1c-d783-431c-8287-708b3c7904f2" providerId="ADAL" clId="{42C36F8D-624B-4CD4-BA26-B263C0E5D259}" dt="2026-04-22T02:23:31.248" v="3348" actId="208"/>
          <ac:spMkLst>
            <pc:docMk/>
            <pc:sldMk cId="0" sldId="274"/>
            <ac:spMk id="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2:23:26.197" v="3347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20:20:25.416" v="4307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7:25.230" v="4226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8:42.739" v="4234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8:51.042" v="4235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7:31.803" v="4227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10:11.197" v="4241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10:25.438" v="4242" actId="1076"/>
          <ac:spMkLst>
            <pc:docMk/>
            <pc:sldMk cId="0" sldId="274"/>
            <ac:spMk id="13" creationId="{00000000-0000-0000-0000-000000000000}"/>
          </ac:spMkLst>
        </pc:spChg>
        <pc:spChg chg="mod ord">
          <ac:chgData name="Nathan Mueller" userId="d515bc1c-d783-431c-8287-708b3c7904f2" providerId="ADAL" clId="{42C36F8D-624B-4CD4-BA26-B263C0E5D259}" dt="2026-04-22T05:08:32.737" v="4233" actId="167"/>
          <ac:spMkLst>
            <pc:docMk/>
            <pc:sldMk cId="0" sldId="274"/>
            <ac:spMk id="1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9:27.551" v="4238" actId="107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11:06.918" v="4245" actId="1076"/>
          <ac:spMkLst>
            <pc:docMk/>
            <pc:sldMk cId="0" sldId="274"/>
            <ac:spMk id="17" creationId="{00000000-0000-0000-0000-000000000000}"/>
          </ac:spMkLst>
        </pc:spChg>
        <pc:spChg chg="mod ord">
          <ac:chgData name="Nathan Mueller" userId="d515bc1c-d783-431c-8287-708b3c7904f2" providerId="ADAL" clId="{42C36F8D-624B-4CD4-BA26-B263C0E5D259}" dt="2026-04-22T05:07:44.942" v="4228" actId="167"/>
          <ac:spMkLst>
            <pc:docMk/>
            <pc:sldMk cId="0" sldId="274"/>
            <ac:spMk id="1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9:01.731" v="4236" actId="1076"/>
          <ac:spMkLst>
            <pc:docMk/>
            <pc:sldMk cId="0" sldId="274"/>
            <ac:spMk id="2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5:09:12.184" v="4237" actId="1076"/>
          <ac:spMkLst>
            <pc:docMk/>
            <pc:sldMk cId="0" sldId="274"/>
            <ac:spMk id="2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19:36.879" v="2136" actId="1076"/>
          <ac:spMkLst>
            <pc:docMk/>
            <pc:sldMk cId="0" sldId="274"/>
            <ac:spMk id="2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57:15.985" v="4969" actId="20577"/>
          <ac:spMkLst>
            <pc:docMk/>
            <pc:sldMk cId="0" sldId="274"/>
            <ac:spMk id="24" creationId="{00000000-0000-0000-0000-000000000000}"/>
          </ac:spMkLst>
        </pc:spChg>
      </pc:sldChg>
      <pc:sldChg chg="modSp add del mod ord setBg">
        <pc:chgData name="Nathan Mueller" userId="d515bc1c-d783-431c-8287-708b3c7904f2" providerId="ADAL" clId="{42C36F8D-624B-4CD4-BA26-B263C0E5D259}" dt="2026-04-23T01:28:34.965" v="4489" actId="2696"/>
        <pc:sldMkLst>
          <pc:docMk/>
          <pc:sldMk cId="0" sldId="276"/>
        </pc:sldMkLst>
        <pc:picChg chg="mod">
          <ac:chgData name="Nathan Mueller" userId="d515bc1c-d783-431c-8287-708b3c7904f2" providerId="ADAL" clId="{42C36F8D-624B-4CD4-BA26-B263C0E5D259}" dt="2026-04-22T05:13:50.679" v="4290" actId="14100"/>
          <ac:picMkLst>
            <pc:docMk/>
            <pc:sldMk cId="0" sldId="276"/>
            <ac:picMk id="6" creationId="{00000000-0000-0000-0000-000000000000}"/>
          </ac:picMkLst>
        </pc:picChg>
      </pc:sldChg>
      <pc:sldChg chg="modSp add mod setBg">
        <pc:chgData name="Nathan Mueller" userId="d515bc1c-d783-431c-8287-708b3c7904f2" providerId="ADAL" clId="{42C36F8D-624B-4CD4-BA26-B263C0E5D259}" dt="2026-04-23T01:58:24.264" v="5054" actId="5793"/>
        <pc:sldMkLst>
          <pc:docMk/>
          <pc:sldMk cId="0" sldId="277"/>
        </pc:sldMkLst>
        <pc:spChg chg="mod">
          <ac:chgData name="Nathan Mueller" userId="d515bc1c-d783-431c-8287-708b3c7904f2" providerId="ADAL" clId="{42C36F8D-624B-4CD4-BA26-B263C0E5D259}" dt="2026-04-22T02:27:56.805" v="3425" actId="208"/>
          <ac:spMkLst>
            <pc:docMk/>
            <pc:sldMk cId="0" sldId="277"/>
            <ac:spMk id="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0:42.658" v="2587" actId="207"/>
          <ac:spMkLst>
            <pc:docMk/>
            <pc:sldMk cId="0" sldId="277"/>
            <ac:spMk id="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24:17.970" v="2184" actId="20577"/>
          <ac:spMkLst>
            <pc:docMk/>
            <pc:sldMk cId="0" sldId="277"/>
            <ac:spMk id="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0:49.832" v="2588" actId="207"/>
          <ac:spMkLst>
            <pc:docMk/>
            <pc:sldMk cId="0" sldId="277"/>
            <ac:spMk id="7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0:52.984" v="2589" actId="207"/>
          <ac:spMkLst>
            <pc:docMk/>
            <pc:sldMk cId="0" sldId="277"/>
            <ac:spMk id="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14:26.226" v="2002" actId="20577"/>
          <ac:spMkLst>
            <pc:docMk/>
            <pc:sldMk cId="0" sldId="277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11.841" v="2591" actId="207"/>
          <ac:spMkLst>
            <pc:docMk/>
            <pc:sldMk cId="0" sldId="277"/>
            <ac:spMk id="1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0:59.052" v="2590" actId="207"/>
          <ac:spMkLst>
            <pc:docMk/>
            <pc:sldMk cId="0" sldId="277"/>
            <ac:spMk id="1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57:52.553" v="5009" actId="20577"/>
          <ac:spMkLst>
            <pc:docMk/>
            <pc:sldMk cId="0" sldId="277"/>
            <ac:spMk id="1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20.589" v="2592" actId="207"/>
          <ac:spMkLst>
            <pc:docMk/>
            <pc:sldMk cId="0" sldId="277"/>
            <ac:spMk id="1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25.055" v="2593" actId="207"/>
          <ac:spMkLst>
            <pc:docMk/>
            <pc:sldMk cId="0" sldId="277"/>
            <ac:spMk id="1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14:22.524" v="1999" actId="20577"/>
          <ac:spMkLst>
            <pc:docMk/>
            <pc:sldMk cId="0" sldId="277"/>
            <ac:spMk id="1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36.079" v="2595" actId="207"/>
          <ac:spMkLst>
            <pc:docMk/>
            <pc:sldMk cId="0" sldId="277"/>
            <ac:spMk id="17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29.284" v="2594" actId="20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58:04.010" v="5024" actId="20577"/>
          <ac:spMkLst>
            <pc:docMk/>
            <pc:sldMk cId="0" sldId="277"/>
            <ac:spMk id="1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2:36.129" v="2601" actId="207"/>
          <ac:spMkLst>
            <pc:docMk/>
            <pc:sldMk cId="0" sldId="277"/>
            <ac:spMk id="2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2:40.337" v="2602" actId="207"/>
          <ac:spMkLst>
            <pc:docMk/>
            <pc:sldMk cId="0" sldId="277"/>
            <ac:spMk id="22" creationId="{00000000-0000-0000-0000-000000000000}"/>
          </ac:spMkLst>
        </pc:spChg>
        <pc:spChg chg="mod ord">
          <ac:chgData name="Nathan Mueller" userId="d515bc1c-d783-431c-8287-708b3c7904f2" providerId="ADAL" clId="{42C36F8D-624B-4CD4-BA26-B263C0E5D259}" dt="2026-04-23T00:03:29.517" v="4412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01:47:54.874" v="2801" actId="14100"/>
          <ac:spMkLst>
            <pc:docMk/>
            <pc:sldMk cId="0" sldId="277"/>
            <ac:spMk id="24" creationId="{00000000-0000-0000-0000-000000000000}"/>
          </ac:spMkLst>
        </pc:spChg>
        <pc:spChg chg="mod ord">
          <ac:chgData name="Nathan Mueller" userId="d515bc1c-d783-431c-8287-708b3c7904f2" providerId="ADAL" clId="{42C36F8D-624B-4CD4-BA26-B263C0E5D259}" dt="2026-04-23T00:03:07.955" v="4408" actId="1076"/>
          <ac:spMkLst>
            <pc:docMk/>
            <pc:sldMk cId="0" sldId="277"/>
            <ac:spMk id="25" creationId="{00000000-0000-0000-0000-000000000000}"/>
          </ac:spMkLst>
        </pc:spChg>
        <pc:spChg chg="mod ord">
          <ac:chgData name="Nathan Mueller" userId="d515bc1c-d783-431c-8287-708b3c7904f2" providerId="ADAL" clId="{42C36F8D-624B-4CD4-BA26-B263C0E5D259}" dt="2026-04-23T01:58:24.264" v="5054" actId="5793"/>
          <ac:spMkLst>
            <pc:docMk/>
            <pc:sldMk cId="0" sldId="277"/>
            <ac:spMk id="2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42.785" v="2596" actId="207"/>
          <ac:spMkLst>
            <pc:docMk/>
            <pc:sldMk cId="0" sldId="277"/>
            <ac:spMk id="2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1:45.576" v="2597" actId="207"/>
          <ac:spMkLst>
            <pc:docMk/>
            <pc:sldMk cId="0" sldId="277"/>
            <ac:spMk id="2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0:01:50.847" v="4398" actId="1076"/>
          <ac:spMkLst>
            <pc:docMk/>
            <pc:sldMk cId="0" sldId="277"/>
            <ac:spMk id="3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0:03:14.311" v="4409" actId="14100"/>
          <ac:spMkLst>
            <pc:docMk/>
            <pc:sldMk cId="0" sldId="277"/>
            <ac:spMk id="3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0:02:06.119" v="4400" actId="1076"/>
          <ac:spMkLst>
            <pc:docMk/>
            <pc:sldMk cId="0" sldId="277"/>
            <ac:spMk id="3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0:02:20.752" v="4402" actId="1076"/>
          <ac:spMkLst>
            <pc:docMk/>
            <pc:sldMk cId="0" sldId="277"/>
            <ac:spMk id="3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2T20:25:27.483" v="4380" actId="20577"/>
          <ac:spMkLst>
            <pc:docMk/>
            <pc:sldMk cId="0" sldId="277"/>
            <ac:spMk id="34" creationId="{00000000-0000-0000-0000-000000000000}"/>
          </ac:spMkLst>
        </pc:spChg>
      </pc:sldChg>
      <pc:sldChg chg="addSp delSp modSp add del mod setBg">
        <pc:chgData name="Nathan Mueller" userId="d515bc1c-d783-431c-8287-708b3c7904f2" providerId="ADAL" clId="{42C36F8D-624B-4CD4-BA26-B263C0E5D259}" dt="2026-04-23T01:28:17.853" v="4488" actId="478"/>
        <pc:sldMkLst>
          <pc:docMk/>
          <pc:sldMk cId="0" sldId="278"/>
        </pc:sldMkLst>
        <pc:spChg chg="mod">
          <ac:chgData name="Nathan Mueller" userId="d515bc1c-d783-431c-8287-708b3c7904f2" providerId="ADAL" clId="{42C36F8D-624B-4CD4-BA26-B263C0E5D259}" dt="2026-04-21T20:02:59.714" v="2605" actId="207"/>
          <ac:spMkLst>
            <pc:docMk/>
            <pc:sldMk cId="0" sldId="278"/>
            <ac:spMk id="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22.910" v="2607" actId="207"/>
          <ac:spMkLst>
            <pc:docMk/>
            <pc:sldMk cId="0" sldId="278"/>
            <ac:spMk id="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33.984" v="2625" actId="207"/>
          <ac:spMkLst>
            <pc:docMk/>
            <pc:sldMk cId="0" sldId="278"/>
            <ac:spMk id="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5:20.781" v="2632" actId="207"/>
          <ac:spMkLst>
            <pc:docMk/>
            <pc:sldMk cId="0" sldId="278"/>
            <ac:spMk id="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37.391" v="2609" actId="207"/>
          <ac:spMkLst>
            <pc:docMk/>
            <pc:sldMk cId="0" sldId="278"/>
            <ac:spMk id="7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34.538" v="2608" actId="207"/>
          <ac:spMkLst>
            <pc:docMk/>
            <pc:sldMk cId="0" sldId="278"/>
            <ac:spMk id="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39.157" v="2626" actId="207"/>
          <ac:spMkLst>
            <pc:docMk/>
            <pc:sldMk cId="0" sldId="278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5:27.296" v="2633" actId="207"/>
          <ac:spMkLst>
            <pc:docMk/>
            <pc:sldMk cId="0" sldId="278"/>
            <ac:spMk id="1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45.978" v="2611" actId="207"/>
          <ac:spMkLst>
            <pc:docMk/>
            <pc:sldMk cId="0" sldId="278"/>
            <ac:spMk id="1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43.378" v="2610" actId="20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44.353" v="2627" actId="207"/>
          <ac:spMkLst>
            <pc:docMk/>
            <pc:sldMk cId="0" sldId="278"/>
            <ac:spMk id="1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5:32.612" v="2634" actId="207"/>
          <ac:spMkLst>
            <pc:docMk/>
            <pc:sldMk cId="0" sldId="278"/>
            <ac:spMk id="1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51.383" v="2613" actId="207"/>
          <ac:spMkLst>
            <pc:docMk/>
            <pc:sldMk cId="0" sldId="278"/>
            <ac:spMk id="1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48.516" v="2612" actId="207"/>
          <ac:spMkLst>
            <pc:docMk/>
            <pc:sldMk cId="0" sldId="278"/>
            <ac:spMk id="1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51.029" v="2628" actId="207"/>
          <ac:spMkLst>
            <pc:docMk/>
            <pc:sldMk cId="0" sldId="278"/>
            <ac:spMk id="17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5:38.186" v="2635" actId="207"/>
          <ac:spMkLst>
            <pc:docMk/>
            <pc:sldMk cId="0" sldId="278"/>
            <ac:spMk id="1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53.653" v="2614" actId="207"/>
          <ac:spMkLst>
            <pc:docMk/>
            <pc:sldMk cId="0" sldId="278"/>
            <ac:spMk id="1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3:55.956" v="2615" actId="207"/>
          <ac:spMkLst>
            <pc:docMk/>
            <pc:sldMk cId="0" sldId="278"/>
            <ac:spMk id="2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19.970" v="2622" actId="207"/>
          <ac:spMkLst>
            <pc:docMk/>
            <pc:sldMk cId="0" sldId="278"/>
            <ac:spMk id="2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59.409" v="2629" actId="207"/>
          <ac:spMkLst>
            <pc:docMk/>
            <pc:sldMk cId="0" sldId="278"/>
            <ac:spMk id="2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00.572" v="2616" actId="207"/>
          <ac:spMkLst>
            <pc:docMk/>
            <pc:sldMk cId="0" sldId="278"/>
            <ac:spMk id="2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20:04:02.846" v="2617" actId="207"/>
          <ac:spMkLst>
            <pc:docMk/>
            <pc:sldMk cId="0" sldId="278"/>
            <ac:spMk id="24" creationId="{00000000-0000-0000-0000-000000000000}"/>
          </ac:spMkLst>
        </pc:spChg>
        <pc:spChg chg="del mod">
          <ac:chgData name="Nathan Mueller" userId="d515bc1c-d783-431c-8287-708b3c7904f2" providerId="ADAL" clId="{42C36F8D-624B-4CD4-BA26-B263C0E5D259}" dt="2026-04-23T01:27:20.897" v="4475" actId="478"/>
          <ac:spMkLst>
            <pc:docMk/>
            <pc:sldMk cId="0" sldId="278"/>
            <ac:spMk id="25" creationId="{00000000-0000-0000-0000-000000000000}"/>
          </ac:spMkLst>
        </pc:spChg>
        <pc:spChg chg="del mod">
          <ac:chgData name="Nathan Mueller" userId="d515bc1c-d783-431c-8287-708b3c7904f2" providerId="ADAL" clId="{42C36F8D-624B-4CD4-BA26-B263C0E5D259}" dt="2026-04-23T01:27:23.351" v="4476" actId="478"/>
          <ac:spMkLst>
            <pc:docMk/>
            <pc:sldMk cId="0" sldId="278"/>
            <ac:spMk id="26" creationId="{00000000-0000-0000-0000-000000000000}"/>
          </ac:spMkLst>
        </pc:spChg>
        <pc:spChg chg="del mod">
          <ac:chgData name="Nathan Mueller" userId="d515bc1c-d783-431c-8287-708b3c7904f2" providerId="ADAL" clId="{42C36F8D-624B-4CD4-BA26-B263C0E5D259}" dt="2026-04-23T01:27:27.686" v="4477" actId="478"/>
          <ac:spMkLst>
            <pc:docMk/>
            <pc:sldMk cId="0" sldId="278"/>
            <ac:spMk id="27" creationId="{00000000-0000-0000-0000-000000000000}"/>
          </ac:spMkLst>
        </pc:spChg>
        <pc:spChg chg="del mod">
          <ac:chgData name="Nathan Mueller" userId="d515bc1c-d783-431c-8287-708b3c7904f2" providerId="ADAL" clId="{42C36F8D-624B-4CD4-BA26-B263C0E5D259}" dt="2026-04-23T01:27:30.496" v="4478" actId="478"/>
          <ac:spMkLst>
            <pc:docMk/>
            <pc:sldMk cId="0" sldId="278"/>
            <ac:spMk id="2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27:36.575" v="4479" actId="1076"/>
          <ac:spMkLst>
            <pc:docMk/>
            <pc:sldMk cId="0" sldId="278"/>
            <ac:spMk id="2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27:56.625" v="4482" actId="1076"/>
          <ac:spMkLst>
            <pc:docMk/>
            <pc:sldMk cId="0" sldId="278"/>
            <ac:spMk id="3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27:42.255" v="4480" actId="1076"/>
          <ac:spMkLst>
            <pc:docMk/>
            <pc:sldMk cId="0" sldId="278"/>
            <ac:spMk id="3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1:27:48.843" v="4481" actId="1076"/>
          <ac:spMkLst>
            <pc:docMk/>
            <pc:sldMk cId="0" sldId="278"/>
            <ac:spMk id="32" creationId="{00000000-0000-0000-0000-000000000000}"/>
          </ac:spMkLst>
        </pc:spChg>
        <pc:spChg chg="add del mod">
          <ac:chgData name="Nathan Mueller" userId="d515bc1c-d783-431c-8287-708b3c7904f2" providerId="ADAL" clId="{42C36F8D-624B-4CD4-BA26-B263C0E5D259}" dt="2026-04-23T01:28:09.512" v="4484" actId="478"/>
          <ac:spMkLst>
            <pc:docMk/>
            <pc:sldMk cId="0" sldId="278"/>
            <ac:spMk id="33" creationId="{03B89834-D7C3-0047-DF3A-8825D56EF848}"/>
          </ac:spMkLst>
        </pc:spChg>
        <pc:spChg chg="add del mod">
          <ac:chgData name="Nathan Mueller" userId="d515bc1c-d783-431c-8287-708b3c7904f2" providerId="ADAL" clId="{42C36F8D-624B-4CD4-BA26-B263C0E5D259}" dt="2026-04-23T01:28:17.853" v="4488" actId="478"/>
          <ac:spMkLst>
            <pc:docMk/>
            <pc:sldMk cId="0" sldId="278"/>
            <ac:spMk id="34" creationId="{B34631F6-0155-9437-B970-FC98407269F8}"/>
          </ac:spMkLst>
        </pc:spChg>
        <pc:spChg chg="add del mod">
          <ac:chgData name="Nathan Mueller" userId="d515bc1c-d783-431c-8287-708b3c7904f2" providerId="ADAL" clId="{42C36F8D-624B-4CD4-BA26-B263C0E5D259}" dt="2026-04-23T01:28:15.845" v="4487" actId="478"/>
          <ac:spMkLst>
            <pc:docMk/>
            <pc:sldMk cId="0" sldId="278"/>
            <ac:spMk id="35" creationId="{E6F8C155-7AC5-7066-9240-8E78D1B727EC}"/>
          </ac:spMkLst>
        </pc:spChg>
        <pc:spChg chg="add del mod">
          <ac:chgData name="Nathan Mueller" userId="d515bc1c-d783-431c-8287-708b3c7904f2" providerId="ADAL" clId="{42C36F8D-624B-4CD4-BA26-B263C0E5D259}" dt="2026-04-23T01:28:13.077" v="4486" actId="478"/>
          <ac:spMkLst>
            <pc:docMk/>
            <pc:sldMk cId="0" sldId="278"/>
            <ac:spMk id="36" creationId="{279CC01E-AFFD-7B22-2CB8-64D1240668CB}"/>
          </ac:spMkLst>
        </pc:spChg>
      </pc:sldChg>
      <pc:sldChg chg="delSp modSp add mod ord">
        <pc:chgData name="Nathan Mueller" userId="d515bc1c-d783-431c-8287-708b3c7904f2" providerId="ADAL" clId="{42C36F8D-624B-4CD4-BA26-B263C0E5D259}" dt="2026-04-23T02:00:39.051" v="5128" actId="20577"/>
        <pc:sldMkLst>
          <pc:docMk/>
          <pc:sldMk cId="0" sldId="279"/>
        </pc:sldMkLst>
        <pc:spChg chg="mod">
          <ac:chgData name="Nathan Mueller" userId="d515bc1c-d783-431c-8287-708b3c7904f2" providerId="ADAL" clId="{42C36F8D-624B-4CD4-BA26-B263C0E5D259}" dt="2026-04-22T02:35:05.679" v="3466" actId="208"/>
          <ac:spMkLst>
            <pc:docMk/>
            <pc:sldMk cId="0" sldId="279"/>
            <ac:spMk id="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9:05.617" v="2575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36:47.045" v="2390" actId="20577"/>
          <ac:spMkLst>
            <pc:docMk/>
            <pc:sldMk cId="0" sldId="279"/>
            <ac:spMk id="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9:12.798" v="2576" actId="207"/>
          <ac:spMkLst>
            <pc:docMk/>
            <pc:sldMk cId="0" sldId="279"/>
            <ac:spMk id="7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9:44.562" v="2581" actId="207"/>
          <ac:spMkLst>
            <pc:docMk/>
            <pc:sldMk cId="0" sldId="279"/>
            <ac:spMk id="8" creationId="{00000000-0000-0000-0000-000000000000}"/>
          </ac:spMkLst>
        </pc:spChg>
        <pc:spChg chg="del mod">
          <ac:chgData name="Nathan Mueller" userId="d515bc1c-d783-431c-8287-708b3c7904f2" providerId="ADAL" clId="{42C36F8D-624B-4CD4-BA26-B263C0E5D259}" dt="2026-04-23T01:30:31.301" v="4491" actId="478"/>
          <ac:spMkLst>
            <pc:docMk/>
            <pc:sldMk cId="0" sldId="279"/>
            <ac:spMk id="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3T02:00:39.051" v="5128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29:14.892" v="2302" actId="20577"/>
          <ac:spMkLst>
            <pc:docMk/>
            <pc:sldMk cId="0" sldId="279"/>
            <ac:spMk id="1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29:07.085" v="2286" actId="20577"/>
          <ac:spMkLst>
            <pc:docMk/>
            <pc:sldMk cId="0" sldId="279"/>
            <ac:spMk id="17" creationId="{00000000-0000-0000-0000-000000000000}"/>
          </ac:spMkLst>
        </pc:spChg>
      </pc:sldChg>
      <pc:sldChg chg="addSp delSp modSp add mod">
        <pc:chgData name="Nathan Mueller" userId="d515bc1c-d783-431c-8287-708b3c7904f2" providerId="ADAL" clId="{42C36F8D-624B-4CD4-BA26-B263C0E5D259}" dt="2026-04-22T02:10:05.540" v="3224"/>
        <pc:sldMkLst>
          <pc:docMk/>
          <pc:sldMk cId="0" sldId="280"/>
        </pc:sldMkLst>
        <pc:spChg chg="mod">
          <ac:chgData name="Nathan Mueller" userId="d515bc1c-d783-431c-8287-708b3c7904f2" providerId="ADAL" clId="{42C36F8D-624B-4CD4-BA26-B263C0E5D259}" dt="2026-04-21T19:57:46.363" v="2564" actId="207"/>
          <ac:spMkLst>
            <pc:docMk/>
            <pc:sldMk cId="0" sldId="280"/>
            <ac:spMk id="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7:51.648" v="2565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7:59.030" v="2566" actId="207"/>
          <ac:spMkLst>
            <pc:docMk/>
            <pc:sldMk cId="0" sldId="280"/>
            <ac:spMk id="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3:29.613" v="2537" actId="14100"/>
          <ac:spMkLst>
            <pc:docMk/>
            <pc:sldMk cId="0" sldId="280"/>
            <ac:spMk id="22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3:22.414" v="2536" actId="14100"/>
          <ac:spMkLst>
            <pc:docMk/>
            <pc:sldMk cId="0" sldId="280"/>
            <ac:spMk id="2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3:41.046" v="2540" actId="20577"/>
          <ac:spMkLst>
            <pc:docMk/>
            <pc:sldMk cId="0" sldId="280"/>
            <ac:spMk id="3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8:49.413" v="2573" actId="207"/>
          <ac:spMkLst>
            <pc:docMk/>
            <pc:sldMk cId="0" sldId="280"/>
            <ac:spMk id="3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8:31.393" v="2570" actId="208"/>
          <ac:spMkLst>
            <pc:docMk/>
            <pc:sldMk cId="0" sldId="280"/>
            <ac:spMk id="3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8:40.534" v="2572" actId="207"/>
          <ac:spMkLst>
            <pc:docMk/>
            <pc:sldMk cId="0" sldId="280"/>
            <ac:spMk id="40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8:36.423" v="2571" actId="207"/>
          <ac:spMkLst>
            <pc:docMk/>
            <pc:sldMk cId="0" sldId="280"/>
            <ac:spMk id="41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7:20.028" v="2560" actId="207"/>
          <ac:spMkLst>
            <pc:docMk/>
            <pc:sldMk cId="0" sldId="280"/>
            <ac:spMk id="43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7:24.713" v="2561" actId="207"/>
          <ac:spMkLst>
            <pc:docMk/>
            <pc:sldMk cId="0" sldId="280"/>
            <ac:spMk id="4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7:40.605" v="2563" actId="207"/>
          <ac:spMkLst>
            <pc:docMk/>
            <pc:sldMk cId="0" sldId="280"/>
            <ac:spMk id="74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7:32.240" v="2562" actId="207"/>
          <ac:spMkLst>
            <pc:docMk/>
            <pc:sldMk cId="0" sldId="280"/>
            <ac:spMk id="75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5:48.426" v="2554" actId="14100"/>
          <ac:spMkLst>
            <pc:docMk/>
            <pc:sldMk cId="0" sldId="280"/>
            <ac:spMk id="126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6:10.464" v="2556" actId="14100"/>
          <ac:spMkLst>
            <pc:docMk/>
            <pc:sldMk cId="0" sldId="280"/>
            <ac:spMk id="127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6:01.822" v="2555" actId="1076"/>
          <ac:spMkLst>
            <pc:docMk/>
            <pc:sldMk cId="0" sldId="280"/>
            <ac:spMk id="128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5:43.547" v="2553" actId="1076"/>
          <ac:spMkLst>
            <pc:docMk/>
            <pc:sldMk cId="0" sldId="280"/>
            <ac:spMk id="129" creationId="{00000000-0000-0000-0000-000000000000}"/>
          </ac:spMkLst>
        </pc:spChg>
        <pc:spChg chg="mod">
          <ac:chgData name="Nathan Mueller" userId="d515bc1c-d783-431c-8287-708b3c7904f2" providerId="ADAL" clId="{42C36F8D-624B-4CD4-BA26-B263C0E5D259}" dt="2026-04-21T19:53:55.668" v="2542" actId="20577"/>
          <ac:spMkLst>
            <pc:docMk/>
            <pc:sldMk cId="0" sldId="280"/>
            <ac:spMk id="131" creationId="{00000000-0000-0000-0000-000000000000}"/>
          </ac:spMkLst>
        </pc:spChg>
        <pc:spChg chg="add mod">
          <ac:chgData name="Nathan Mueller" userId="d515bc1c-d783-431c-8287-708b3c7904f2" providerId="ADAL" clId="{42C36F8D-624B-4CD4-BA26-B263C0E5D259}" dt="2026-04-22T02:10:05.540" v="3224"/>
          <ac:spMkLst>
            <pc:docMk/>
            <pc:sldMk cId="0" sldId="280"/>
            <ac:spMk id="132" creationId="{07A876EF-EEA5-04C2-DAF5-56D197AA31BE}"/>
          </ac:spMkLst>
        </pc:spChg>
      </pc:sldChg>
      <pc:sldChg chg="addSp delSp modSp new mod setBg">
        <pc:chgData name="Nathan Mueller" userId="d515bc1c-d783-431c-8287-708b3c7904f2" providerId="ADAL" clId="{42C36F8D-624B-4CD4-BA26-B263C0E5D259}" dt="2026-04-22T05:02:24.149" v="4201" actId="692"/>
        <pc:sldMkLst>
          <pc:docMk/>
          <pc:sldMk cId="1504083684" sldId="281"/>
        </pc:sldMkLst>
        <pc:graphicFrameChg chg="add mod">
          <ac:chgData name="Nathan Mueller" userId="d515bc1c-d783-431c-8287-708b3c7904f2" providerId="ADAL" clId="{42C36F8D-624B-4CD4-BA26-B263C0E5D259}" dt="2026-04-22T05:02:24.149" v="4201" actId="692"/>
          <ac:graphicFrameMkLst>
            <pc:docMk/>
            <pc:sldMk cId="1504083684" sldId="281"/>
            <ac:graphicFrameMk id="2" creationId="{C8FE052F-1DF0-FBFD-CB92-E3724FDD6E72}"/>
          </ac:graphicFrameMkLst>
        </pc:graphicFrameChg>
        <pc:graphicFrameChg chg="add del mod">
          <ac:chgData name="Nathan Mueller" userId="d515bc1c-d783-431c-8287-708b3c7904f2" providerId="ADAL" clId="{42C36F8D-624B-4CD4-BA26-B263C0E5D259}" dt="2026-04-22T03:11:52.383" v="3664" actId="478"/>
          <ac:graphicFrameMkLst>
            <pc:docMk/>
            <pc:sldMk cId="1504083684" sldId="281"/>
            <ac:graphicFrameMk id="5" creationId="{5AD35EF0-6351-5BCA-136F-92C6A94E258B}"/>
          </ac:graphicFrameMkLst>
        </pc:graphicFrameChg>
        <pc:graphicFrameChg chg="add del mod">
          <ac:chgData name="Nathan Mueller" userId="d515bc1c-d783-431c-8287-708b3c7904f2" providerId="ADAL" clId="{42C36F8D-624B-4CD4-BA26-B263C0E5D259}" dt="2026-04-22T04:55:10.507" v="4035" actId="478"/>
          <ac:graphicFrameMkLst>
            <pc:docMk/>
            <pc:sldMk cId="1504083684" sldId="281"/>
            <ac:graphicFrameMk id="6" creationId="{5AD35EF0-6351-5BCA-136F-92C6A94E258B}"/>
          </ac:graphicFrameMkLst>
        </pc:graphicFrameChg>
        <pc:picChg chg="add mod">
          <ac:chgData name="Nathan Mueller" userId="d515bc1c-d783-431c-8287-708b3c7904f2" providerId="ADAL" clId="{42C36F8D-624B-4CD4-BA26-B263C0E5D259}" dt="2026-04-22T04:56:36.837" v="4062" actId="1076"/>
          <ac:picMkLst>
            <pc:docMk/>
            <pc:sldMk cId="1504083684" sldId="281"/>
            <ac:picMk id="3" creationId="{5167ACCB-48F0-8008-1836-119D3913CD81}"/>
          </ac:picMkLst>
        </pc:picChg>
        <pc:picChg chg="add del mod">
          <ac:chgData name="Nathan Mueller" userId="d515bc1c-d783-431c-8287-708b3c7904f2" providerId="ADAL" clId="{42C36F8D-624B-4CD4-BA26-B263C0E5D259}" dt="2026-04-22T03:03:12.581" v="3477" actId="478"/>
          <ac:picMkLst>
            <pc:docMk/>
            <pc:sldMk cId="1504083684" sldId="281"/>
            <ac:picMk id="4" creationId="{4E9F8375-7E1E-8C47-8698-449D3A4E5C91}"/>
          </ac:picMkLst>
        </pc:picChg>
      </pc:sldChg>
      <pc:sldChg chg="add del">
        <pc:chgData name="Nathan Mueller" userId="d515bc1c-d783-431c-8287-708b3c7904f2" providerId="ADAL" clId="{42C36F8D-624B-4CD4-BA26-B263C0E5D259}" dt="2026-04-22T02:38:18.811" v="3471"/>
        <pc:sldMkLst>
          <pc:docMk/>
          <pc:sldMk cId="871194268" sldId="28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babson-my.sharepoint.com/personal/nmueller1_babson_edu/Documents/Copy%20of%20Claude-by-Anthropic-for-Exce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 dirty="0"/>
              <a:t>Pythagorean pts% vs. </a:t>
            </a:r>
            <a:r>
              <a:rPr lang="en-US" b="0" dirty="0" err="1"/>
              <a:t>XGDiff</a:t>
            </a:r>
            <a:r>
              <a:rPr lang="en-US" b="0" dirty="0"/>
              <a:t> Pythagorean Pts%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PyThag Pts%</c:v>
                </c:pt>
              </c:strCache>
            </c:strRef>
          </c:tx>
          <c:spPr>
            <a:pattFill prst="narHorz">
              <a:fgClr>
                <a:schemeClr val="accent4">
                  <a:shade val="76000"/>
                </a:schemeClr>
              </a:fgClr>
              <a:bgClr>
                <a:schemeClr val="accent4">
                  <a:shade val="76000"/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>
                  <a:shade val="76000"/>
                </a:schemeClr>
              </a:inn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COL</c:v>
                </c:pt>
                <c:pt idx="1">
                  <c:v>CAR</c:v>
                </c:pt>
                <c:pt idx="2">
                  <c:v>DAL</c:v>
                </c:pt>
                <c:pt idx="3">
                  <c:v>BUF</c:v>
                </c:pt>
                <c:pt idx="4">
                  <c:v>MTL</c:v>
                </c:pt>
                <c:pt idx="5">
                  <c:v>TBL</c:v>
                </c:pt>
                <c:pt idx="6">
                  <c:v>MIN</c:v>
                </c:pt>
                <c:pt idx="7">
                  <c:v>BOS</c:v>
                </c:pt>
                <c:pt idx="8">
                  <c:v>PIT</c:v>
                </c:pt>
                <c:pt idx="9">
                  <c:v>OTT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73.709999999999994</c:v>
                </c:pt>
                <c:pt idx="1">
                  <c:v>56.44</c:v>
                </c:pt>
                <c:pt idx="2">
                  <c:v>60.39</c:v>
                </c:pt>
                <c:pt idx="3">
                  <c:v>59.33</c:v>
                </c:pt>
                <c:pt idx="4">
                  <c:v>57.02</c:v>
                </c:pt>
                <c:pt idx="5">
                  <c:v>62.87</c:v>
                </c:pt>
                <c:pt idx="6">
                  <c:v>53.47</c:v>
                </c:pt>
                <c:pt idx="7">
                  <c:v>58.47</c:v>
                </c:pt>
                <c:pt idx="8">
                  <c:v>57.65</c:v>
                </c:pt>
                <c:pt idx="9">
                  <c:v>54.97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EC-480D-B3C5-8C1E3561AB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xGDiff Pythag Pts%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>
              <a:innerShdw blurRad="114300">
                <a:schemeClr val="accent4">
                  <a:tint val="77000"/>
                </a:schemeClr>
              </a:inn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COL</c:v>
                </c:pt>
                <c:pt idx="1">
                  <c:v>CAR</c:v>
                </c:pt>
                <c:pt idx="2">
                  <c:v>DAL</c:v>
                </c:pt>
                <c:pt idx="3">
                  <c:v>BUF</c:v>
                </c:pt>
                <c:pt idx="4">
                  <c:v>MTL</c:v>
                </c:pt>
                <c:pt idx="5">
                  <c:v>TBL</c:v>
                </c:pt>
                <c:pt idx="6">
                  <c:v>MIN</c:v>
                </c:pt>
                <c:pt idx="7">
                  <c:v>BOS</c:v>
                </c:pt>
                <c:pt idx="8">
                  <c:v>PIT</c:v>
                </c:pt>
                <c:pt idx="9">
                  <c:v>OTT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63.95</c:v>
                </c:pt>
                <c:pt idx="1">
                  <c:v>60.32</c:v>
                </c:pt>
                <c:pt idx="2">
                  <c:v>53.61</c:v>
                </c:pt>
                <c:pt idx="3">
                  <c:v>47.81</c:v>
                </c:pt>
                <c:pt idx="4">
                  <c:v>49.49</c:v>
                </c:pt>
                <c:pt idx="5">
                  <c:v>55.58</c:v>
                </c:pt>
                <c:pt idx="6">
                  <c:v>48.68</c:v>
                </c:pt>
                <c:pt idx="7">
                  <c:v>42.69</c:v>
                </c:pt>
                <c:pt idx="8">
                  <c:v>54.99</c:v>
                </c:pt>
                <c:pt idx="9">
                  <c:v>60.9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EC-480D-B3C5-8C1E3561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 Quality vs Luck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All Teams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BFBFBF"/>
              </a:solidFill>
              <a:ln w="9525">
                <a:solidFill>
                  <a:srgbClr val="BFBFBF"/>
                </a:solidFill>
                <a:prstDash val="solid"/>
              </a:ln>
              <a:effectLst/>
            </c:spPr>
          </c:marker>
          <c:xVal>
            <c:numRef>
              <c:f>'Step 1 Regressions'!$CB$47:$CB$78</c:f>
              <c:numCache>
                <c:formatCode>General</c:formatCode>
                <c:ptCount val="32"/>
                <c:pt idx="0">
                  <c:v>50.5</c:v>
                </c:pt>
                <c:pt idx="1">
                  <c:v>37.1</c:v>
                </c:pt>
                <c:pt idx="2">
                  <c:v>11.4</c:v>
                </c:pt>
                <c:pt idx="3">
                  <c:v>-7.6999999999999904</c:v>
                </c:pt>
                <c:pt idx="4">
                  <c:v>-1.7000000000000199</c:v>
                </c:pt>
                <c:pt idx="5">
                  <c:v>19</c:v>
                </c:pt>
                <c:pt idx="6">
                  <c:v>-4.5999999999999899</c:v>
                </c:pt>
                <c:pt idx="7">
                  <c:v>-24.5</c:v>
                </c:pt>
                <c:pt idx="8">
                  <c:v>18.600000000000001</c:v>
                </c:pt>
                <c:pt idx="9">
                  <c:v>35.799999999999997</c:v>
                </c:pt>
                <c:pt idx="10">
                  <c:v>15.5</c:v>
                </c:pt>
                <c:pt idx="11">
                  <c:v>4.5</c:v>
                </c:pt>
                <c:pt idx="12">
                  <c:v>2.9000000000000101</c:v>
                </c:pt>
                <c:pt idx="13">
                  <c:v>-13.6</c:v>
                </c:pt>
                <c:pt idx="14">
                  <c:v>-1.9000000000000099</c:v>
                </c:pt>
                <c:pt idx="15">
                  <c:v>32.1</c:v>
                </c:pt>
                <c:pt idx="16">
                  <c:v>16.3</c:v>
                </c:pt>
                <c:pt idx="17">
                  <c:v>3.9000000000000101</c:v>
                </c:pt>
                <c:pt idx="18">
                  <c:v>24.8</c:v>
                </c:pt>
                <c:pt idx="19">
                  <c:v>6.5</c:v>
                </c:pt>
                <c:pt idx="20">
                  <c:v>-1.5</c:v>
                </c:pt>
                <c:pt idx="21">
                  <c:v>-14.6</c:v>
                </c:pt>
                <c:pt idx="22">
                  <c:v>-6.6999999999999904</c:v>
                </c:pt>
                <c:pt idx="23">
                  <c:v>-14.5</c:v>
                </c:pt>
                <c:pt idx="24">
                  <c:v>-4.5999999999999899</c:v>
                </c:pt>
                <c:pt idx="25">
                  <c:v>-2</c:v>
                </c:pt>
                <c:pt idx="26">
                  <c:v>-21.3</c:v>
                </c:pt>
                <c:pt idx="27">
                  <c:v>-33.799999999999997</c:v>
                </c:pt>
                <c:pt idx="28">
                  <c:v>-20.399999999999999</c:v>
                </c:pt>
                <c:pt idx="29">
                  <c:v>-7.5999999999999899</c:v>
                </c:pt>
                <c:pt idx="30">
                  <c:v>-58.9</c:v>
                </c:pt>
                <c:pt idx="31">
                  <c:v>-39.200000000000003</c:v>
                </c:pt>
              </c:numCache>
            </c:numRef>
          </c:xVal>
          <c:yVal>
            <c:numRef>
              <c:f>'Step 1 Regressions'!$CC$47:$CC$78</c:f>
              <c:numCache>
                <c:formatCode>General</c:formatCode>
                <c:ptCount val="32"/>
                <c:pt idx="0">
                  <c:v>22</c:v>
                </c:pt>
                <c:pt idx="1">
                  <c:v>19</c:v>
                </c:pt>
                <c:pt idx="2">
                  <c:v>8</c:v>
                </c:pt>
                <c:pt idx="3">
                  <c:v>27</c:v>
                </c:pt>
                <c:pt idx="4">
                  <c:v>17</c:v>
                </c:pt>
                <c:pt idx="5">
                  <c:v>11</c:v>
                </c:pt>
                <c:pt idx="6">
                  <c:v>15</c:v>
                </c:pt>
                <c:pt idx="7">
                  <c:v>25</c:v>
                </c:pt>
                <c:pt idx="8">
                  <c:v>-3</c:v>
                </c:pt>
                <c:pt idx="9">
                  <c:v>-7</c:v>
                </c:pt>
                <c:pt idx="10">
                  <c:v>-9</c:v>
                </c:pt>
                <c:pt idx="11">
                  <c:v>7</c:v>
                </c:pt>
                <c:pt idx="12">
                  <c:v>3</c:v>
                </c:pt>
                <c:pt idx="13">
                  <c:v>7</c:v>
                </c:pt>
                <c:pt idx="14">
                  <c:v>-4</c:v>
                </c:pt>
                <c:pt idx="15">
                  <c:v>-12</c:v>
                </c:pt>
                <c:pt idx="16">
                  <c:v>-5</c:v>
                </c:pt>
                <c:pt idx="17">
                  <c:v>-5</c:v>
                </c:pt>
                <c:pt idx="18">
                  <c:v>-11</c:v>
                </c:pt>
                <c:pt idx="19">
                  <c:v>0</c:v>
                </c:pt>
                <c:pt idx="20">
                  <c:v>-9</c:v>
                </c:pt>
                <c:pt idx="21">
                  <c:v>-1</c:v>
                </c:pt>
                <c:pt idx="22">
                  <c:v>-4</c:v>
                </c:pt>
                <c:pt idx="23">
                  <c:v>-8</c:v>
                </c:pt>
                <c:pt idx="24">
                  <c:v>-11</c:v>
                </c:pt>
                <c:pt idx="25">
                  <c:v>-13</c:v>
                </c:pt>
                <c:pt idx="26">
                  <c:v>-4</c:v>
                </c:pt>
                <c:pt idx="27">
                  <c:v>-5</c:v>
                </c:pt>
                <c:pt idx="28">
                  <c:v>-4</c:v>
                </c:pt>
                <c:pt idx="29">
                  <c:v>-23</c:v>
                </c:pt>
                <c:pt idx="30">
                  <c:v>2</c:v>
                </c:pt>
                <c:pt idx="31">
                  <c:v>-29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AAD-41EB-A512-3FD488E8B9D5}"/>
            </c:ext>
          </c:extLst>
        </c:ser>
        <c:ser>
          <c:idx val="1"/>
          <c:order val="1"/>
          <c:tx>
            <c:v>Good &amp; Lucky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rgbClr val="008000"/>
              </a:solidFill>
              <a:ln w="9525">
                <a:solidFill>
                  <a:srgbClr val="008000"/>
                </a:solidFill>
                <a:prstDash val="solid"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COL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AAD-41EB-A512-3FD488E8B9D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CAR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AAD-41EB-A512-3FD488E8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8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'Step 1 Regressions'!$CE$47:$CE$48</c:f>
              <c:numCache>
                <c:formatCode>General</c:formatCode>
                <c:ptCount val="2"/>
                <c:pt idx="0">
                  <c:v>50.5</c:v>
                </c:pt>
                <c:pt idx="1">
                  <c:v>37.1</c:v>
                </c:pt>
              </c:numCache>
            </c:numRef>
          </c:xVal>
          <c:yVal>
            <c:numRef>
              <c:f>'Step 1 Regressions'!$CF$47:$CF$48</c:f>
              <c:numCache>
                <c:formatCode>General</c:formatCode>
                <c:ptCount val="2"/>
                <c:pt idx="0">
                  <c:v>22</c:v>
                </c:pt>
                <c:pt idx="1">
                  <c:v>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AAD-41EB-A512-3FD488E8B9D5}"/>
            </c:ext>
          </c:extLst>
        </c:ser>
        <c:ser>
          <c:idx val="2"/>
          <c:order val="2"/>
          <c:tx>
            <c:v>Bad &amp; Lucky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rgbClr val="E8A33D"/>
              </a:solidFill>
              <a:ln w="9525">
                <a:solidFill>
                  <a:srgbClr val="E8A33D"/>
                </a:solidFill>
                <a:prstDash val="solid"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BUF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AAD-41EB-A512-3FD488E8B9D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MTL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AAD-41EB-A512-3FD488E8B9D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BOS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AAD-41EB-A512-3FD488E8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E8A33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'Step 1 Regressions'!$CI$47:$CI$49</c:f>
              <c:numCache>
                <c:formatCode>General</c:formatCode>
                <c:ptCount val="3"/>
                <c:pt idx="0">
                  <c:v>-7.6999999999999904</c:v>
                </c:pt>
                <c:pt idx="1">
                  <c:v>-1.7000000000000199</c:v>
                </c:pt>
                <c:pt idx="2">
                  <c:v>-24.5</c:v>
                </c:pt>
              </c:numCache>
            </c:numRef>
          </c:xVal>
          <c:yVal>
            <c:numRef>
              <c:f>'Step 1 Regressions'!$CJ$47:$CJ$49</c:f>
              <c:numCache>
                <c:formatCode>General</c:formatCode>
                <c:ptCount val="3"/>
                <c:pt idx="0">
                  <c:v>27</c:v>
                </c:pt>
                <c:pt idx="1">
                  <c:v>17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AAD-41EB-A512-3FD488E8B9D5}"/>
            </c:ext>
          </c:extLst>
        </c:ser>
        <c:ser>
          <c:idx val="3"/>
          <c:order val="3"/>
          <c:tx>
            <c:v>Good &amp; Unlucky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rgbClr val="1F78B4"/>
              </a:solidFill>
              <a:ln w="9525">
                <a:solidFill>
                  <a:srgbClr val="1F78B4"/>
                </a:solidFill>
                <a:prstDash val="solid"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VGK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AAD-41EB-A512-3FD488E8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1F78B4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'Step 1 Regressions'!$CM$47</c:f>
              <c:numCache>
                <c:formatCode>General</c:formatCode>
                <c:ptCount val="1"/>
                <c:pt idx="0">
                  <c:v>32.1</c:v>
                </c:pt>
              </c:numCache>
            </c:numRef>
          </c:xVal>
          <c:yVal>
            <c:numRef>
              <c:f>'Step 1 Regressions'!$CN$47</c:f>
              <c:numCache>
                <c:formatCode>General</c:formatCode>
                <c:ptCount val="1"/>
                <c:pt idx="0">
                  <c:v>-12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AAD-41EB-A512-3FD488E8B9D5}"/>
            </c:ext>
          </c:extLst>
        </c:ser>
        <c:ser>
          <c:idx val="4"/>
          <c:order val="4"/>
          <c:tx>
            <c:v>Bad &amp; Unlucky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rgbClr val="E31A1C"/>
              </a:solidFill>
              <a:ln w="9525">
                <a:solidFill>
                  <a:srgbClr val="E31A1C"/>
                </a:solidFill>
                <a:prstDash val="solid"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FLA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AAD-41EB-A512-3FD488E8B9D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STL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AAD-41EB-A512-3FD488E8B9D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NYR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AAD-41EB-A512-3FD488E8B9D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VAN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AAD-41EB-A512-3FD488E8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E31A1C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'Step 1 Regressions'!$CQ$47:$CQ$50</c:f>
              <c:numCache>
                <c:formatCode>General</c:formatCode>
                <c:ptCount val="4"/>
                <c:pt idx="0">
                  <c:v>-4.5999999999999899</c:v>
                </c:pt>
                <c:pt idx="1">
                  <c:v>-2</c:v>
                </c:pt>
                <c:pt idx="2">
                  <c:v>-7.5999999999999899</c:v>
                </c:pt>
                <c:pt idx="3">
                  <c:v>-39.200000000000003</c:v>
                </c:pt>
              </c:numCache>
            </c:numRef>
          </c:xVal>
          <c:yVal>
            <c:numRef>
              <c:f>'Step 1 Regressions'!$CR$47:$CR$50</c:f>
              <c:numCache>
                <c:formatCode>General</c:formatCode>
                <c:ptCount val="4"/>
                <c:pt idx="0">
                  <c:v>-11</c:v>
                </c:pt>
                <c:pt idx="1">
                  <c:v>-13</c:v>
                </c:pt>
                <c:pt idx="2">
                  <c:v>-23</c:v>
                </c:pt>
                <c:pt idx="3">
                  <c:v>-29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0AAD-41EB-A512-3FD488E8B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610367"/>
        <c:axId val="127608447"/>
      </c:scatterChart>
      <c:valAx>
        <c:axId val="127610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xGDiff  ← Bad Team Quality | Good Team Quality →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none"/>
        <c:tickLblPos val="low"/>
        <c:spPr>
          <a:noFill/>
          <a:ln w="1587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08447"/>
        <c:crosses val="autoZero"/>
        <c:crossBetween val="midCat"/>
      </c:valAx>
      <c:valAx>
        <c:axId val="127608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Luck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cross"/>
        <c:tickLblPos val="low"/>
        <c:spPr>
          <a:noFill/>
          <a:ln w="19050" cap="flat" cmpd="sng" algn="ctr">
            <a:solidFill>
              <a:sysClr val="windowText" lastClr="000000">
                <a:alpha val="30000"/>
              </a:sys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103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82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A6E0-EDD0-8AE4-F5A5-6AE7D528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52812-95CE-C000-0A58-06ABFE008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9D285-399C-4D94-A74C-8C7C53C68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A682E-B644-BD87-2DA5-33F0BE2FF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548640"/>
            <a:ext cx="4114800" cy="4114800"/>
          </a:xfrm>
          <a:prstGeom prst="ellipse">
            <a:avLst/>
          </a:prstGeom>
          <a:solidFill>
            <a:srgbClr val="1F1F1F">
              <a:alpha val="60000"/>
            </a:srgbClr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011680"/>
            <a:ext cx="2743200" cy="2743200"/>
          </a:xfrm>
          <a:prstGeom prst="ellipse">
            <a:avLst/>
          </a:prstGeom>
          <a:solidFill>
            <a:srgbClr val="1F1F1F">
              <a:alpha val="40000"/>
            </a:srgbClr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ROLE OF LUCK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NHL STANDINGS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B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Decomposition of Points Percentage By: Nate Mueller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 NHL Season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" y="4297680"/>
            <a:ext cx="8979408" cy="84582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4315968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CB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· Expected Goals · Regression Analysis · Outlier Identification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Luck in Hockey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puck off a post. A deflection off a skate. A hot goalie for two weeks.”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108960"/>
          </a:xfrm>
          <a:prstGeom prst="rect">
            <a:avLst/>
          </a:prstGeom>
          <a:solidFill>
            <a:srgbClr val="1F1F1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Hockey Is Compressed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834640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CB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margins separate playoff teams from the basement. 1-2 points separates playoff and non playoff teams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743200" cy="3108960"/>
          </a:xfrm>
          <a:prstGeom prst="rect">
            <a:avLst/>
          </a:prstGeom>
          <a:solidFill>
            <a:srgbClr val="1F1F1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23317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Randomness Is Built 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2834640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CB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lucky bounce can swing a tight game — and tight games decide standings.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743200" cy="3108960"/>
          </a:xfrm>
          <a:prstGeom prst="rect">
            <a:avLst/>
          </a:prstGeom>
          <a:solidFill>
            <a:srgbClr val="1F1F1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Luck Is Invisible in Standings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834640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CB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standings show wins and losses, not whether those wins were earned.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5225796" y="1115568"/>
            <a:ext cx="1737360" cy="1280160"/>
          </a:xfrm>
          <a:prstGeom prst="rect">
            <a:avLst/>
          </a:prstGeom>
          <a:solidFill>
            <a:srgbClr val="E8890C">
              <a:alpha val="12000"/>
            </a:srgbClr>
          </a:solidFill>
          <a:ln w="19050">
            <a:solidFill>
              <a:srgbClr val="E889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34940" y="2469038"/>
            <a:ext cx="1737360" cy="1280160"/>
          </a:xfrm>
          <a:prstGeom prst="rect">
            <a:avLst/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</a:t>
            </a:r>
            <a:endParaRPr lang="en-US" sz="9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the Standings Telling the Truth?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sport, results don't always reflect reality. Some teams look great because they're great. Others look good because they've been lucky.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50024" y="1115568"/>
            <a:ext cx="1737360" cy="1280160"/>
          </a:xfrm>
          <a:prstGeom prst="rect">
            <a:avLst/>
          </a:prstGeom>
          <a:solidFill>
            <a:srgbClr val="27AE60">
              <a:alpha val="12000"/>
            </a:srgbClr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0" y="107607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&amp; Lucky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55613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exceed process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50024" y="2476133"/>
            <a:ext cx="1737360" cy="1280160"/>
          </a:xfrm>
          <a:prstGeom prst="rect">
            <a:avLst/>
          </a:prstGeom>
          <a:solidFill>
            <a:srgbClr val="2980B9">
              <a:alpha val="12000"/>
            </a:srgbClr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246903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&amp; Unlucky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96683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exceeds results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3771" y="108143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&amp; Lucky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3771" y="155241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but fragile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67528" y="246903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&amp; Unlucky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67528" y="294909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results poor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46370" y="3763387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Bad Quality     Good Quality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Luck So Hard to Isolate?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1527048"/>
            <a:ext cx="201168" cy="201168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0078" y="14996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(Sh% + Sv%) captures both but cannot differentiate the luck and skill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" y="2121408"/>
            <a:ext cx="201168" cy="201168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2650" y="20253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games is not enough to fully regress luck away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2734056"/>
            <a:ext cx="201168" cy="201168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650" y="26609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can be genuinely bad AND unlucky or genuinely good AND lucky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Expected Goals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4447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models assign a probability to every unblocked shot based on: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2624" y="1965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2624" y="2734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3118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611880"/>
            <a:ext cx="4206240" cy="10972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6393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Deviation from xG = Luck (+ goaltending + shooting talent)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E57498B-B1C3-46B8-B772-6EEB240AB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5" y="1717548"/>
            <a:ext cx="2352675" cy="19217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Metrics That Matter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847088"/>
            <a:ext cx="4114800" cy="493776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847088"/>
            <a:ext cx="45720" cy="49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1874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xGF / xGA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20756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for/against — shot quality-based model of goals a team should score or allow.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432304"/>
            <a:ext cx="4114800" cy="493776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432304"/>
            <a:ext cx="45720" cy="49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" y="2459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xGDiff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1208" y="266090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xGF minus xGA. The primary quality signal: how dominant is a team at generating and suppressing chances?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114800" cy="493776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5720" cy="49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08" y="3044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" y="32461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Shooting % + save %. Regresses to 100 over time. Sustained outliers = luck signal.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4114800" cy="493776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3602736"/>
            <a:ext cx="45720" cy="49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08" y="3630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Luck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" y="383133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(GF − xGF) − (GA − xGA). Positive = team has benefited from luck. Negative = unlucky.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0" y="1847088"/>
            <a:ext cx="4114800" cy="493776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1847088"/>
            <a:ext cx="45720" cy="49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38928" y="1874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Pythagorean Win%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38928" y="20756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win rate from actual goal differential — shows if a team over- or underperformed their goal outcomes.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0" y="2432304"/>
            <a:ext cx="4114800" cy="493776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35435" y="2444703"/>
            <a:ext cx="45720" cy="49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29784" y="246223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aGF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29784" y="2645227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goals scored and given up by a team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9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tests a different predictor of standings points (PTS%)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1993392" cy="54864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Luck vs PTS%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444752" cy="411480"/>
          </a:xfrm>
          <a:prstGeom prst="rect">
            <a:avLst/>
          </a:prstGeom>
          <a:solidFill>
            <a:schemeClr val="bg2">
              <a:lumMod val="25000"/>
              <a:alpha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0.23</a:t>
            </a:r>
            <a:endParaRPr lang="en-US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alone is real but a weak indicator of wins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7752" y="187452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87752" y="1874520"/>
            <a:ext cx="1993392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87752" y="2011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679192" y="25420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xGDiff</a:t>
            </a: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vs PTS%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62072" y="3200400"/>
            <a:ext cx="1444752" cy="411480"/>
          </a:xfrm>
          <a:prstGeom prst="rect">
            <a:avLst/>
          </a:prstGeom>
          <a:solidFill>
            <a:schemeClr val="accent4">
              <a:lumMod val="75000"/>
              <a:alpha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62072" y="32004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0.50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79192" y="3703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play is a stronger signal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64024" y="187452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64024" y="1874520"/>
            <a:ext cx="1993392" cy="54864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4024" y="2011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38344" y="3136392"/>
            <a:ext cx="1444752" cy="566928"/>
          </a:xfrm>
          <a:prstGeom prst="rect">
            <a:avLst/>
          </a:prstGeom>
          <a:solidFill>
            <a:schemeClr val="bg2">
              <a:lumMod val="25000"/>
              <a:alpha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40296" y="1874520"/>
            <a:ext cx="1993392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0296" y="1874520"/>
            <a:ext cx="1993392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2011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4855464" y="257175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PDO vs Net Luck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14616" y="3136392"/>
            <a:ext cx="1426464" cy="475488"/>
          </a:xfrm>
          <a:prstGeom prst="rect">
            <a:avLst/>
          </a:prstGeom>
          <a:solidFill>
            <a:schemeClr val="accent4">
              <a:lumMod val="75000"/>
              <a:alpha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38344" y="3232404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0.84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627" y="3703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is beyond just better shooters and goalies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Luck is real, potentially measurable, and significant in tight playoff races and standings.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31736" y="363402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outcomes vs Expected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different perspective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404" y="31807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= 11.1%</a:t>
            </a:r>
            <a:endParaRPr lang="en-US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22592" y="25269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Pythagorean Pts% -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xGDiff</a:t>
            </a: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Pythagorean Pts%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947812" cy="338328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9478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accent4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9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2×2 Framework: Quality vs Luck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mapped across both dimensions simultaneously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axis = xGDiff (quality)   |   Vertical axis = Net Luck   |   Quadrant = team classification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65544D-33E6-5CE4-7064-5CA7DF344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0" y="1729269"/>
            <a:ext cx="4727330" cy="31434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7405E-0407-AB9B-4483-B525D2E35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320" y="1755648"/>
            <a:ext cx="2730640" cy="21781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PDO as a Luck Indicator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PDO (save % + shooting %) explains 84% of Net Luck variance — the clearest real-time luck signal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home/claude/chart_pdo_netl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00200"/>
            <a:ext cx="59893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600200"/>
            <a:ext cx="2377440" cy="10058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92240" y="1600200"/>
            <a:ext cx="2377440" cy="365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92240" y="188117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PDO regresses towards net 100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</a:t>
            </a:r>
            <a:r>
              <a:rPr lang="en-US" sz="95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Jfresh</a:t>
            </a:r>
            <a:r>
              <a:rPr lang="en-US" sz="950" i="1">
                <a:latin typeface="Calibri" pitchFamily="34" charset="0"/>
                <a:ea typeface="Calibri" pitchFamily="34" charset="-122"/>
                <a:cs typeface="Calibri" pitchFamily="34" charset="-120"/>
              </a:rPr>
              <a:t> examination </a:t>
            </a: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PDO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Teams closer to the line are truer to their skill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92240" y="2743200"/>
            <a:ext cx="2377440" cy="658368"/>
          </a:xfrm>
          <a:prstGeom prst="rect">
            <a:avLst/>
          </a:prstGeom>
          <a:solidFill>
            <a:srgbClr val="27AE60">
              <a:alpha val="9000"/>
            </a:srgbClr>
          </a:solidFill>
          <a:ln w="1524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92240" y="2743200"/>
            <a:ext cx="45720" cy="65836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65392" y="277977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&gt; </a:t>
            </a: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65392" y="29992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Teams above average in combined shooting + save % accumulate positive Net Luck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92240" y="3493008"/>
            <a:ext cx="2377440" cy="658368"/>
          </a:xfrm>
          <a:prstGeom prst="rect">
            <a:avLst/>
          </a:prstGeom>
          <a:solidFill>
            <a:srgbClr val="C0392B">
              <a:alpha val="9000"/>
            </a:srgbClr>
          </a:solidFill>
          <a:ln w="1524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92240" y="3493008"/>
            <a:ext cx="45720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65392" y="352958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&lt; </a:t>
            </a: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65392" y="37490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Teams below average tend to rack up negative luck — goals against expectations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492240" y="4242816"/>
            <a:ext cx="2377440" cy="658368"/>
          </a:xfrm>
          <a:prstGeom prst="rect">
            <a:avLst/>
          </a:prstGeom>
          <a:solidFill>
            <a:srgbClr val="E8890C">
              <a:alpha val="9000"/>
            </a:srgbClr>
          </a:solidFill>
          <a:ln w="15240">
            <a:solidFill>
              <a:srgbClr val="E889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92240" y="4242816"/>
            <a:ext cx="45720" cy="658368"/>
          </a:xfrm>
          <a:prstGeom prst="rect">
            <a:avLst/>
          </a:prstGeom>
          <a:solidFill>
            <a:srgbClr val="E88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65392" y="427939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8890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65392" y="449884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PDO is the most mean-reverting stat in hockey. High PDO now = lower PDO soon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R² = 0.84  —  PDO explains 84% of Net Luck variance  |  Data: NHL 2024–25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</a:t>
            </a:r>
            <a:r>
              <a:rPr lang="en-US" sz="2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Gdiff</a:t>
            </a: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Pythagorean Pts%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02484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B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Pts% = xGF^2 /  (xGF^2 + xGA^2) |     R^2 = 0.489    |      Std Error = 5.74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CB514"/>
                </a:solidFill>
                <a:latin typeface="Georgia" pitchFamily="34" charset="0"/>
              </a:rPr>
              <a:t>Pts % = aGF^2 / (aGF^2 + aGA^2)  |  R^2 = .704     |     Std Error = 4.09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835153091"/>
              </p:ext>
            </p:extLst>
          </p:nvPr>
        </p:nvGraphicFramePr>
        <p:xfrm>
          <a:off x="274320" y="1572768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725444"/>
            <a:ext cx="3108960" cy="323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0" y="1755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2176272"/>
            <a:ext cx="182880" cy="182880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2512" y="213969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using </a:t>
            </a:r>
            <a:r>
              <a:rPr lang="en-US" sz="1050" dirty="0" err="1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xGDiff</a:t>
            </a:r>
            <a:r>
              <a:rPr lang="en-US" sz="10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</a:t>
            </a:r>
            <a:r>
              <a:rPr lang="en-US" sz="10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Pts% we account for chances generated.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0" y="2834640"/>
            <a:ext cx="182880" cy="182880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82512" y="2798064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actual and predicted can be attributed to over/under performing or Luck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3493008"/>
            <a:ext cx="182880" cy="182880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82512" y="345643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82512" y="411480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8130E20-CFBD-857A-496B-22640158FD68}"/>
              </a:ext>
            </a:extLst>
          </p:cNvPr>
          <p:cNvSpPr/>
          <p:nvPr/>
        </p:nvSpPr>
        <p:spPr>
          <a:xfrm>
            <a:off x="6382512" y="3389238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this model from class we have another perspective on how luck and skill have played a factor for these 10 teams.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chemeClr val="tx1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Lucky &amp; Unlucky Teams: A 4-Model Composite Framework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62272" y="621792"/>
            <a:ext cx="16459" cy="44074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Combining 4 Models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94183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four models?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" y="11247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captures luck perfectly. Each model isolates a different dimension of over/underperformance, and combining them cancels out noise from any one view.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01168" y="1618488"/>
            <a:ext cx="41605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" y="1810512"/>
            <a:ext cx="237744" cy="237744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5216" y="16642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PTS% ~ Net Luck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" y="1865376"/>
            <a:ext cx="585216" cy="164592"/>
          </a:xfrm>
          <a:prstGeom prst="roundRect">
            <a:avLst>
              <a:gd name="adj" fmla="val 22222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186537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1B6C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R² = 0.23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5216" y="203911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standings points compare to expected-goal luck (shooting + goaltending variance).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01168" y="2299716"/>
            <a:ext cx="4160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5176" y="2491740"/>
            <a:ext cx="237744" cy="237744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5176" y="24917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" y="23454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PTS% ~ xGDiff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5216" y="2546604"/>
            <a:ext cx="585216" cy="164592"/>
          </a:xfrm>
          <a:prstGeom prst="roundRect">
            <a:avLst>
              <a:gd name="adj" fmla="val 22222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" y="254660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1B6C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R² = 0.50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5216" y="272034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standings points compare to underlying expected-goal differential (play-driving quality).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1168" y="2980944"/>
            <a:ext cx="4160520" cy="68122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5176" y="3172968"/>
            <a:ext cx="237744" cy="237744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5176" y="3172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5216" y="3026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PyThagWin% − XGDiffPythag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5216" y="3227832"/>
            <a:ext cx="585216" cy="164592"/>
          </a:xfrm>
          <a:prstGeom prst="roundRect">
            <a:avLst>
              <a:gd name="adj" fmla="val 22222"/>
            </a:avLst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216" y="322783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5B6A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 diff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5216" y="3401568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actual goal-based Pythagorean win% and expected-goal-based Pythagorean win%.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01168" y="3662172"/>
            <a:ext cx="4160520" cy="6812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65176" y="3854196"/>
            <a:ext cx="237744" cy="237744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" y="38541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5216" y="37078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 Luck ~ PDO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5216" y="3909060"/>
            <a:ext cx="658368" cy="164592"/>
          </a:xfrm>
          <a:prstGeom prst="roundRect">
            <a:avLst>
              <a:gd name="adj" fmla="val 22222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5216" y="39090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R² = 0.84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07592" y="39090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5216" y="408279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net luck tracks with PDO (shooting% + save%). Strongest fit — PDO is the purest luck proxy.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54296" y="3172968"/>
            <a:ext cx="4160520" cy="877824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8389" y="3172968"/>
            <a:ext cx="54864" cy="87782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37346" y="3200400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80" y="3438144"/>
            <a:ext cx="3995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model, rank all 32 teams by residual. Top 10 earn 1–10 'Lucky Points' (rank 1 = 10 pts). Bottom 10 earn 1–10 'Unlucky Points'. A team's Grand Total = Σ Lucky − Σ Unlucky across all 4 models. Consistent over/underperformers rise to the top.</a:t>
            </a:r>
            <a:endParaRPr kumimoji="0" lang="en-US" sz="82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645152" y="64008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Results: Top 5 Luckiest vs Top 5 Unluckiest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645152" y="969264"/>
            <a:ext cx="2048256" cy="25603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45152" y="96926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LUCKIEST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645152" y="1225296"/>
            <a:ext cx="2048256" cy="201168"/>
          </a:xfrm>
          <a:prstGeom prst="rect">
            <a:avLst/>
          </a:prstGeom>
          <a:solidFill>
            <a:srgbClr val="EEF2F5"/>
          </a:solidFill>
          <a:ln w="6350">
            <a:solidFill>
              <a:srgbClr val="B2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81728" y="1225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919472" y="122529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45936" y="12252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645152" y="1426464"/>
            <a:ext cx="20482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2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81728" y="142646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919472" y="14264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Buffalo Sabres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327648" y="14904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D4EDDA"/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27648" y="14904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+27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645152" y="1755648"/>
            <a:ext cx="2048256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B2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81728" y="175564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919472" y="175564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Boston Bruins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327648" y="1819656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D4EDDA"/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27648" y="18196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645152" y="2084832"/>
            <a:ext cx="20482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2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81728" y="208483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919472" y="20848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Colorado Avalanche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327648" y="2148840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D4EDDA"/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27648" y="21488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+22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645152" y="2414016"/>
            <a:ext cx="2048256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B2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81728" y="241401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919472" y="241401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Carolina Hurricanes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327648" y="2478024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D4EDDA"/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27648" y="24780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+19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645152" y="2743200"/>
            <a:ext cx="20482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B2D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681728" y="274320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919472" y="274320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Montreal Canadiens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327648" y="2807208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D4EDDA"/>
          </a:solidFill>
          <a:ln w="1016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327648" y="28072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+17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912864" y="969264"/>
            <a:ext cx="2048256" cy="256032"/>
          </a:xfrm>
          <a:prstGeom prst="rect">
            <a:avLst/>
          </a:prstGeom>
          <a:solidFill>
            <a:schemeClr val="tx1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912864" y="96926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UNLUCKIEST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6912864" y="1225296"/>
            <a:ext cx="2048256" cy="201168"/>
          </a:xfrm>
          <a:prstGeom prst="rect">
            <a:avLst/>
          </a:prstGeom>
          <a:solidFill>
            <a:srgbClr val="EEF2F5"/>
          </a:solidFill>
          <a:ln w="6350">
            <a:solidFill>
              <a:srgbClr val="F5C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949440" y="1225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187184" y="122529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8613648" y="12252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A6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6912864" y="1426464"/>
            <a:ext cx="20482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949440" y="142646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187184" y="14264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 Canucks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595360" y="14904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ADADD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595360" y="14904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−29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6912864" y="1755648"/>
            <a:ext cx="2048256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F5C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949440" y="175564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7187184" y="175564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York Rangers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8595360" y="1819656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ADADD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595360" y="18196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−23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6912864" y="2084832"/>
            <a:ext cx="20482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949440" y="208483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7187184" y="20848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St. Louis Blues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8595360" y="2148840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ADADD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8595360" y="21488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−13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912864" y="2414016"/>
            <a:ext cx="2048256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F5C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949440" y="241401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7187184" y="241401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Vegas Golden Knights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8595360" y="2478024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ADADD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595360" y="24780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6912864" y="2743200"/>
            <a:ext cx="2048256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949440" y="274320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F9B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7187184" y="274320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Utah Mammoth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8595360" y="2807208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ADADD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8595360" y="28072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−11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4654296" y="4233672"/>
            <a:ext cx="4315968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4645151" y="4233672"/>
            <a:ext cx="78101" cy="5669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4754880" y="4233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4782312" y="4446058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Buffalo and Boston are overperforming their underlying play across every lens — expect regression.  Vancouver and NY Rangers are underperforming badly — their records understate their true quality.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182880" y="5070348"/>
            <a:ext cx="8778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7ACCB-48F0-8008-1836-119D3913C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87" y="1155015"/>
            <a:ext cx="3981655" cy="2235315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8FE052F-1DF0-FBFD-CB92-E3724FDD6E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23066"/>
              </p:ext>
            </p:extLst>
          </p:nvPr>
        </p:nvGraphicFramePr>
        <p:xfrm>
          <a:off x="0" y="983556"/>
          <a:ext cx="5002306" cy="318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0408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403E1-B666-FD2D-8669-4978D70B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61AE06-1747-20BF-2ED6-A63A4178222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EACE70-0AFF-9D67-5539-72F494222F82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B231BA-2BA5-F979-F035-3EDC976C7052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Analysis? 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4FE3F1-D7DD-3585-0AE0-67CF348B6F12}"/>
              </a:ext>
            </a:extLst>
          </p:cNvPr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C922715-D3D7-95A2-6CA4-E3483FFB12B6}"/>
              </a:ext>
            </a:extLst>
          </p:cNvPr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</a:rPr>
              <a:t>Drawbacks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F8A8A9-5E2A-B5C2-433A-4E31793A9EB6}"/>
              </a:ext>
            </a:extLst>
          </p:cNvPr>
          <p:cNvSpPr/>
          <p:nvPr/>
        </p:nvSpPr>
        <p:spPr>
          <a:xfrm>
            <a:off x="384048" y="1463040"/>
            <a:ext cx="201168" cy="201168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A44D82-F8D5-6E67-6AE6-7F77A064391F}"/>
              </a:ext>
            </a:extLst>
          </p:cNvPr>
          <p:cNvSpPr/>
          <p:nvPr/>
        </p:nvSpPr>
        <p:spPr>
          <a:xfrm>
            <a:off x="658368" y="14264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Goaltending skill and goaltending luck look identical in the standings</a:t>
            </a:r>
            <a:endParaRPr lang="en-US"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0810A7-20DE-A8DF-0658-5B283C9EF94B}"/>
              </a:ext>
            </a:extLst>
          </p:cNvPr>
          <p:cNvSpPr/>
          <p:nvPr/>
        </p:nvSpPr>
        <p:spPr>
          <a:xfrm>
            <a:off x="384048" y="1975104"/>
            <a:ext cx="201168" cy="201168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8DD4ABF-EE94-2AA9-7E5F-A744F2D63382}"/>
              </a:ext>
            </a:extLst>
          </p:cNvPr>
          <p:cNvSpPr/>
          <p:nvPr/>
        </p:nvSpPr>
        <p:spPr>
          <a:xfrm>
            <a:off x="658368" y="19385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percentage varies with player talent AND with random bounces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863E31-5432-5430-89D3-0ED40B592575}"/>
              </a:ext>
            </a:extLst>
          </p:cNvPr>
          <p:cNvSpPr/>
          <p:nvPr/>
        </p:nvSpPr>
        <p:spPr>
          <a:xfrm>
            <a:off x="658368" y="25511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9175894-9DB1-87BE-2B7C-73BF0D989CAC}"/>
              </a:ext>
            </a:extLst>
          </p:cNvPr>
          <p:cNvSpPr/>
          <p:nvPr/>
        </p:nvSpPr>
        <p:spPr>
          <a:xfrm>
            <a:off x="658368" y="31181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1A01BF-283D-CA31-AEE8-012DF78676D7}"/>
              </a:ext>
            </a:extLst>
          </p:cNvPr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9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BCE2A2D-2164-3B6D-1224-044706613703}"/>
              </a:ext>
            </a:extLst>
          </p:cNvPr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Analysis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4599F9-18F2-F261-56F9-C91FCA59387B}"/>
              </a:ext>
            </a:extLst>
          </p:cNvPr>
          <p:cNvSpPr/>
          <p:nvPr/>
        </p:nvSpPr>
        <p:spPr>
          <a:xfrm>
            <a:off x="4754880" y="203682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To explore further I would first gather and incorporate special-teams statistics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 would also explore strength of schedule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Using player specific data to determine a player's luck   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A05205-0C7D-858E-115A-D048525C8627}"/>
              </a:ext>
            </a:extLst>
          </p:cNvPr>
          <p:cNvSpPr/>
          <p:nvPr/>
        </p:nvSpPr>
        <p:spPr>
          <a:xfrm>
            <a:off x="4992624" y="2734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39ECD6F-9EBA-DAAD-C077-F20C2696263D}"/>
              </a:ext>
            </a:extLst>
          </p:cNvPr>
          <p:cNvSpPr/>
          <p:nvPr/>
        </p:nvSpPr>
        <p:spPr>
          <a:xfrm>
            <a:off x="4992624" y="3118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05316C4E-7F77-E7A8-3453-47A1CDBE1999}"/>
              </a:ext>
            </a:extLst>
          </p:cNvPr>
          <p:cNvSpPr/>
          <p:nvPr/>
        </p:nvSpPr>
        <p:spPr>
          <a:xfrm>
            <a:off x="384048" y="2551176"/>
            <a:ext cx="201168" cy="201168"/>
          </a:xfrm>
          <a:prstGeom prst="ellipse">
            <a:avLst/>
          </a:prstGeom>
          <a:solidFill>
            <a:srgbClr val="FCB514"/>
          </a:solidFill>
          <a:ln w="12700">
            <a:solidFill>
              <a:srgbClr val="FCB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9A6074B2-5FBC-13CD-1BBE-F5B2F7DC2CE6}"/>
              </a:ext>
            </a:extLst>
          </p:cNvPr>
          <p:cNvSpPr/>
          <p:nvPr/>
        </p:nvSpPr>
        <p:spPr>
          <a:xfrm>
            <a:off x="658368" y="249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does not account for special-teams. (PP and PK) 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12035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3368</TotalTime>
  <Words>1160</Words>
  <Application>Microsoft Office PowerPoint</Application>
  <PresentationFormat>On-screen Show (16:9)</PresentationFormat>
  <Paragraphs>193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Luck in NHL Standings</dc:title>
  <dc:subject>PptxGenJS Presentation</dc:subject>
  <dc:creator>PptxGenJS</dc:creator>
  <cp:lastModifiedBy>Nathan Mueller</cp:lastModifiedBy>
  <cp:revision>2</cp:revision>
  <dcterms:created xsi:type="dcterms:W3CDTF">2026-04-20T17:48:58Z</dcterms:created>
  <dcterms:modified xsi:type="dcterms:W3CDTF">2026-04-23T02:00:42Z</dcterms:modified>
</cp:coreProperties>
</file>